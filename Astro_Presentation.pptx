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AC52"/>
    <a:srgbClr val="D662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9" autoAdjust="0"/>
    <p:restoredTop sz="74460" autoAdjust="0"/>
  </p:normalViewPr>
  <p:slideViewPr>
    <p:cSldViewPr snapToGrid="0">
      <p:cViewPr varScale="1">
        <p:scale>
          <a:sx n="48" d="100"/>
          <a:sy n="48" d="100"/>
        </p:scale>
        <p:origin x="3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Söldi" userId="ffa27cb0-8acc-4ea6-85a9-699722391c58" providerId="ADAL" clId="{0E03A2A5-F04A-47FD-9A60-A114FA7BEEB8}"/>
    <pc:docChg chg="undo custSel addSld delSld modSld modMainMaster">
      <pc:chgData name="Diego Söldi" userId="ffa27cb0-8acc-4ea6-85a9-699722391c58" providerId="ADAL" clId="{0E03A2A5-F04A-47FD-9A60-A114FA7BEEB8}" dt="2026-01-25T15:36:33.819" v="5969" actId="20577"/>
      <pc:docMkLst>
        <pc:docMk/>
      </pc:docMkLst>
      <pc:sldChg chg="addSp modSp del mod">
        <pc:chgData name="Diego Söldi" userId="ffa27cb0-8acc-4ea6-85a9-699722391c58" providerId="ADAL" clId="{0E03A2A5-F04A-47FD-9A60-A114FA7BEEB8}" dt="2026-01-25T15:25:06.465" v="5361" actId="47"/>
        <pc:sldMkLst>
          <pc:docMk/>
          <pc:sldMk cId="682637340" sldId="256"/>
        </pc:sldMkLst>
      </pc:sldChg>
      <pc:sldChg chg="modSp new mod">
        <pc:chgData name="Diego Söldi" userId="ffa27cb0-8acc-4ea6-85a9-699722391c58" providerId="ADAL" clId="{0E03A2A5-F04A-47FD-9A60-A114FA7BEEB8}" dt="2026-01-25T15:25:37.646" v="5436" actId="20577"/>
        <pc:sldMkLst>
          <pc:docMk/>
          <pc:sldMk cId="771822279" sldId="256"/>
        </pc:sldMkLst>
        <pc:spChg chg="mod">
          <ac:chgData name="Diego Söldi" userId="ffa27cb0-8acc-4ea6-85a9-699722391c58" providerId="ADAL" clId="{0E03A2A5-F04A-47FD-9A60-A114FA7BEEB8}" dt="2026-01-25T15:25:30.391" v="5425" actId="20577"/>
          <ac:spMkLst>
            <pc:docMk/>
            <pc:sldMk cId="771822279" sldId="256"/>
            <ac:spMk id="2" creationId="{0ABD1150-48B7-52EE-A9A5-573E91E5E529}"/>
          </ac:spMkLst>
        </pc:spChg>
        <pc:spChg chg="mod">
          <ac:chgData name="Diego Söldi" userId="ffa27cb0-8acc-4ea6-85a9-699722391c58" providerId="ADAL" clId="{0E03A2A5-F04A-47FD-9A60-A114FA7BEEB8}" dt="2026-01-25T15:25:37.646" v="5436" actId="20577"/>
          <ac:spMkLst>
            <pc:docMk/>
            <pc:sldMk cId="771822279" sldId="256"/>
            <ac:spMk id="3" creationId="{062E7C24-E8EE-7E3D-C085-FA60320C2636}"/>
          </ac:spMkLst>
        </pc:spChg>
      </pc:sldChg>
      <pc:sldChg chg="modSp new mod">
        <pc:chgData name="Diego Söldi" userId="ffa27cb0-8acc-4ea6-85a9-699722391c58" providerId="ADAL" clId="{0E03A2A5-F04A-47FD-9A60-A114FA7BEEB8}" dt="2026-01-25T15:27:48.728" v="5621" actId="20577"/>
        <pc:sldMkLst>
          <pc:docMk/>
          <pc:sldMk cId="2451972814" sldId="257"/>
        </pc:sldMkLst>
        <pc:spChg chg="mod">
          <ac:chgData name="Diego Söldi" userId="ffa27cb0-8acc-4ea6-85a9-699722391c58" providerId="ADAL" clId="{0E03A2A5-F04A-47FD-9A60-A114FA7BEEB8}" dt="2026-01-25T15:26:26.529" v="5443" actId="20577"/>
          <ac:spMkLst>
            <pc:docMk/>
            <pc:sldMk cId="2451972814" sldId="257"/>
            <ac:spMk id="2" creationId="{DE5D979C-18B1-0D80-0CF3-40144C16C486}"/>
          </ac:spMkLst>
        </pc:spChg>
        <pc:spChg chg="mod">
          <ac:chgData name="Diego Söldi" userId="ffa27cb0-8acc-4ea6-85a9-699722391c58" providerId="ADAL" clId="{0E03A2A5-F04A-47FD-9A60-A114FA7BEEB8}" dt="2026-01-25T15:27:48.728" v="5621" actId="20577"/>
          <ac:spMkLst>
            <pc:docMk/>
            <pc:sldMk cId="2451972814" sldId="257"/>
            <ac:spMk id="3" creationId="{F272EC6A-5DCF-8F31-5FBA-2373BE4BDE43}"/>
          </ac:spMkLst>
        </pc:spChg>
      </pc:sldChg>
      <pc:sldChg chg="addSp delSp modSp new del mod modNotesTx">
        <pc:chgData name="Diego Söldi" userId="ffa27cb0-8acc-4ea6-85a9-699722391c58" providerId="ADAL" clId="{0E03A2A5-F04A-47FD-9A60-A114FA7BEEB8}" dt="2026-01-25T15:25:06.465" v="5361" actId="47"/>
        <pc:sldMkLst>
          <pc:docMk/>
          <pc:sldMk cId="2855334553" sldId="257"/>
        </pc:sldMkLst>
      </pc:sldChg>
      <pc:sldChg chg="addSp modSp new del mod modNotesTx">
        <pc:chgData name="Diego Söldi" userId="ffa27cb0-8acc-4ea6-85a9-699722391c58" providerId="ADAL" clId="{0E03A2A5-F04A-47FD-9A60-A114FA7BEEB8}" dt="2026-01-25T15:25:06.465" v="5361" actId="47"/>
        <pc:sldMkLst>
          <pc:docMk/>
          <pc:sldMk cId="1394883971" sldId="258"/>
        </pc:sldMkLst>
      </pc:sldChg>
      <pc:sldChg chg="modSp new mod">
        <pc:chgData name="Diego Söldi" userId="ffa27cb0-8acc-4ea6-85a9-699722391c58" providerId="ADAL" clId="{0E03A2A5-F04A-47FD-9A60-A114FA7BEEB8}" dt="2026-01-25T15:35:19.532" v="5733" actId="20577"/>
        <pc:sldMkLst>
          <pc:docMk/>
          <pc:sldMk cId="3228109496" sldId="258"/>
        </pc:sldMkLst>
        <pc:spChg chg="mod">
          <ac:chgData name="Diego Söldi" userId="ffa27cb0-8acc-4ea6-85a9-699722391c58" providerId="ADAL" clId="{0E03A2A5-F04A-47FD-9A60-A114FA7BEEB8}" dt="2026-01-25T15:26:33.712" v="5454" actId="20577"/>
          <ac:spMkLst>
            <pc:docMk/>
            <pc:sldMk cId="3228109496" sldId="258"/>
            <ac:spMk id="2" creationId="{C703E5DC-2AF6-6DE0-E527-428B98CE8FE5}"/>
          </ac:spMkLst>
        </pc:spChg>
        <pc:spChg chg="mod">
          <ac:chgData name="Diego Söldi" userId="ffa27cb0-8acc-4ea6-85a9-699722391c58" providerId="ADAL" clId="{0E03A2A5-F04A-47FD-9A60-A114FA7BEEB8}" dt="2026-01-25T15:35:19.532" v="5733" actId="20577"/>
          <ac:spMkLst>
            <pc:docMk/>
            <pc:sldMk cId="3228109496" sldId="258"/>
            <ac:spMk id="3" creationId="{45FACC79-191B-119D-4036-802924DB76A4}"/>
          </ac:spMkLst>
        </pc:spChg>
      </pc:sldChg>
      <pc:sldChg chg="modSp new mod">
        <pc:chgData name="Diego Söldi" userId="ffa27cb0-8acc-4ea6-85a9-699722391c58" providerId="ADAL" clId="{0E03A2A5-F04A-47FD-9A60-A114FA7BEEB8}" dt="2026-01-25T15:36:33.819" v="5969" actId="20577"/>
        <pc:sldMkLst>
          <pc:docMk/>
          <pc:sldMk cId="2404851927" sldId="259"/>
        </pc:sldMkLst>
        <pc:spChg chg="mod">
          <ac:chgData name="Diego Söldi" userId="ffa27cb0-8acc-4ea6-85a9-699722391c58" providerId="ADAL" clId="{0E03A2A5-F04A-47FD-9A60-A114FA7BEEB8}" dt="2026-01-25T15:35:32.380" v="5765" actId="20577"/>
          <ac:spMkLst>
            <pc:docMk/>
            <pc:sldMk cId="2404851927" sldId="259"/>
            <ac:spMk id="2" creationId="{AEFAB5C2-9EA0-57CF-E008-96D3DD9CF81E}"/>
          </ac:spMkLst>
        </pc:spChg>
        <pc:spChg chg="mod">
          <ac:chgData name="Diego Söldi" userId="ffa27cb0-8acc-4ea6-85a9-699722391c58" providerId="ADAL" clId="{0E03A2A5-F04A-47FD-9A60-A114FA7BEEB8}" dt="2026-01-25T15:36:33.819" v="5969" actId="20577"/>
          <ac:spMkLst>
            <pc:docMk/>
            <pc:sldMk cId="2404851927" sldId="259"/>
            <ac:spMk id="3" creationId="{257823D2-3908-D78B-6BB3-9323BB88A2EA}"/>
          </ac:spMkLst>
        </pc:spChg>
      </pc:sldChg>
      <pc:sldChg chg="modSp new del mod modNotesTx">
        <pc:chgData name="Diego Söldi" userId="ffa27cb0-8acc-4ea6-85a9-699722391c58" providerId="ADAL" clId="{0E03A2A5-F04A-47FD-9A60-A114FA7BEEB8}" dt="2026-01-25T15:25:06.465" v="5361" actId="47"/>
        <pc:sldMkLst>
          <pc:docMk/>
          <pc:sldMk cId="2144067929" sldId="260"/>
        </pc:sldMkLst>
      </pc:sldChg>
      <pc:sldChg chg="addSp delSp modSp add del mod modNotesTx">
        <pc:chgData name="Diego Söldi" userId="ffa27cb0-8acc-4ea6-85a9-699722391c58" providerId="ADAL" clId="{0E03A2A5-F04A-47FD-9A60-A114FA7BEEB8}" dt="2026-01-25T15:25:06.465" v="5361" actId="47"/>
        <pc:sldMkLst>
          <pc:docMk/>
          <pc:sldMk cId="3708354022" sldId="261"/>
        </pc:sldMkLst>
      </pc:sldChg>
      <pc:sldChg chg="addSp modSp new del mod modNotesTx">
        <pc:chgData name="Diego Söldi" userId="ffa27cb0-8acc-4ea6-85a9-699722391c58" providerId="ADAL" clId="{0E03A2A5-F04A-47FD-9A60-A114FA7BEEB8}" dt="2026-01-25T15:25:06.465" v="5361" actId="47"/>
        <pc:sldMkLst>
          <pc:docMk/>
          <pc:sldMk cId="2582884232" sldId="262"/>
        </pc:sldMkLst>
      </pc:sldChg>
      <pc:sldChg chg="addSp modSp new del mod">
        <pc:chgData name="Diego Söldi" userId="ffa27cb0-8acc-4ea6-85a9-699722391c58" providerId="ADAL" clId="{0E03A2A5-F04A-47FD-9A60-A114FA7BEEB8}" dt="2026-01-25T15:25:06.465" v="5361" actId="47"/>
        <pc:sldMkLst>
          <pc:docMk/>
          <pc:sldMk cId="3976398254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96FAE-8AEC-44A0-86C0-32CAD4FB1DE3}" type="datetimeFigureOut">
              <a:rPr lang="de-CH" smtClean="0"/>
              <a:t>25.01.2026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E0302-AA78-4056-B827-A7B8B10BA8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925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5CE8E-CFEE-9BC5-C622-202642285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0D762A-ECB3-AAB1-8C6A-8E243CB5C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380671-B374-51E4-BC7C-524B78ED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8449A-47A8-4D03-A39F-C67C66585C65}" type="datetime1">
              <a:rPr lang="de-CH" smtClean="0"/>
              <a:t>25.01.2026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1DF7C2-3256-8A74-0A13-9A9F65F1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9C93A6-10BC-D1E6-2688-9DD828ED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12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719CC-B365-BA52-8181-6B37C6D7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BF4BAE-E8F9-2C34-75D5-845C49F1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4AB1DE-E611-B31F-DE15-6AF2A696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C175A-E8C4-4C20-9819-5DBDC27D5282}" type="datetime1">
              <a:rPr lang="de-CH" smtClean="0"/>
              <a:t>25.01.2026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D419C0-9C1C-5FED-BBE0-18FABA30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709938-1427-283D-9C54-D6081489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361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8F5A8-E343-087F-0E69-63F5386D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F58E48-6853-9909-6E40-A03114872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880501-7271-AD74-C3FD-1FC721D2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3CC9F-E7C0-459E-987A-53E2E34E765F}" type="datetime1">
              <a:rPr lang="de-CH" smtClean="0"/>
              <a:t>25.01.2026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A7D81A-8529-1994-EFCD-242E8BE0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B080A0-4456-D982-020D-A8E4C506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480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5B9FC-3B5D-C438-BEA3-5DFF7F20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49A89E-114D-05C0-1B77-73B058EC3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97167"/>
            <a:ext cx="5181600" cy="486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0D02AF-764E-DB55-CC7E-150139650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7167"/>
            <a:ext cx="5181600" cy="486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0F1595-B4C4-4766-A76A-F89CB60E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DB447-DFF0-4647-ADDD-AD1CE145FC39}" type="datetime1">
              <a:rPr lang="de-CH" smtClean="0"/>
              <a:t>25.01.2026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67B821-18BA-274B-3701-6211E649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98A739-252B-2768-8CA7-6A4DAF3ED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667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8BAA0-7C7C-C8AA-275B-3EEBF7C2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94098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E68304-9849-81C8-F242-A535B49A5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2C7495-3A21-F74C-CDA6-947C26331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8F462D-43AE-B2C1-2939-7B182BF31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137BB7-1152-2B3C-1A2D-1E18A336F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FB6BB45-663C-54F5-4704-64436D2F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F6430-753F-42D6-9489-209682ACB659}" type="datetime1">
              <a:rPr lang="de-CH" smtClean="0"/>
              <a:t>25.01.2026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40FDA5-4DB6-AE74-5061-55E9531B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D4EDF9D-6A85-CA22-7AFA-24AFC421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846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AA19BE-B2E5-3ADE-6081-1D63F527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6F2F88-7B53-87E2-A59A-E9020C6B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CAC0-2315-4752-8681-F21464DBA247}" type="datetime1">
              <a:rPr lang="de-CH" smtClean="0"/>
              <a:t>25.01.2026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33AE6E-B90F-B0D5-0DCC-9AA23F9B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EAF9F-1974-2602-AE7F-9C9D017A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569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A1C61DA-217C-F79F-B377-7CE9B841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18A6C-9D4F-4745-8B14-40B5ABBA5479}" type="datetime1">
              <a:rPr lang="de-CH" smtClean="0"/>
              <a:t>25.01.2026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29BCC5-B735-D8EB-9B1E-EA403801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5F0136-D838-793A-D89D-CC6287FB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710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E742B-A6AD-E826-A09B-85CE30C55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5EA92A-D34B-6360-7015-EF6AD903D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21735"/>
            <a:ext cx="6172200" cy="47393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2A1128-7574-1475-BA56-E3A623E07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9F2982-D0BF-CE3A-EE85-C0BFB5A4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CF53-C60C-4364-87CB-28CB1A2F7977}" type="datetime1">
              <a:rPr lang="de-CH" smtClean="0"/>
              <a:t>25.01.2026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E353C9A-02E7-C8C8-48F5-B030689F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E2393F-A011-E610-7F28-978338F9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190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94A01-E1C5-4189-74DC-185454D9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3436FB-9E26-9E51-0119-947024F0C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8A58D7-D936-E1F5-F82B-E8F3F6CDA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3EDDED-86F3-51B3-2585-719E182A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1BB2F-5C48-4756-B9F1-377D4A643E3C}" type="datetime1">
              <a:rPr lang="de-CH" smtClean="0"/>
              <a:t>25.01.2026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0B4935-367C-9B15-5BDB-F7CE5B77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01317F-5DFB-B41E-E90C-08772662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0954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79F23-6DCC-C825-628C-C3C11020E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381AD65-E1DA-C12D-B677-68F455C21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9A20B1-59D9-D3BF-1D9F-317E070F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5FD9-7671-4C54-AAA8-B38BD4BF611B}" type="datetime1">
              <a:rPr lang="de-CH" smtClean="0"/>
              <a:t>25.01.2026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21D7FF-0060-8766-4F60-7862D0EF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F581BC-9181-8F4B-1957-60E6A229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004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DE4550B-45FD-6BCD-0C73-ED970BABF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015409"/>
            <a:ext cx="2628900" cy="516155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CB26A0-8C3B-D78C-023F-478B387C9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15409"/>
            <a:ext cx="7734300" cy="516155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727442-C16D-FCEE-F191-61BC455C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B6CA-42D3-424F-979F-BBCFA85BCA1F}" type="datetime1">
              <a:rPr lang="de-CH" smtClean="0"/>
              <a:t>25.01.2026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718C42-F560-C915-D58C-3D892394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BFAA3C-90A3-25A4-9806-84578707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369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3E45FE-F982-A631-A022-C2EE0B12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115" y="0"/>
            <a:ext cx="9515338" cy="954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C4AB51-DF7C-167E-F8E7-FF46357D8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7171"/>
            <a:ext cx="105156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F80B96-6AF6-2860-BAAA-6000EDDAA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D1722-D9F3-4CB0-882D-B61D80B03A69}" type="datetime1">
              <a:rPr lang="de-CH" smtClean="0"/>
              <a:t>25.01.2026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5B727A-DDF5-62AB-55A3-6BA5303B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CH"/>
              <a:t>Diego Söldi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AD140-4DAB-4D94-4912-2ECE22894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1B373-AB7F-4F57-AEBA-BF7EB707F53C}" type="slidenum">
              <a:rPr lang="de-CH" smtClean="0"/>
              <a:t>‹Nr.›</a:t>
            </a:fld>
            <a:endParaRPr lang="de-CH"/>
          </a:p>
        </p:txBody>
      </p:sp>
      <p:pic>
        <p:nvPicPr>
          <p:cNvPr id="7" name="Graphic 4">
            <a:extLst>
              <a:ext uri="{FF2B5EF4-FFF2-40B4-BE49-F238E27FC236}">
                <a16:creationId xmlns:a16="http://schemas.microsoft.com/office/drawing/2014/main" id="{4577E1C2-AD0D-CCCC-AE5F-712BC0D5637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547" y="20547"/>
            <a:ext cx="2486411" cy="851987"/>
          </a:xfrm>
          <a:prstGeom prst="rect">
            <a:avLst/>
          </a:prstGeom>
        </p:spPr>
      </p:pic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16FB5FEE-6005-F221-2ADB-196521A36BD3}"/>
              </a:ext>
            </a:extLst>
          </p:cNvPr>
          <p:cNvCxnSpPr>
            <a:cxnSpLocks/>
          </p:cNvCxnSpPr>
          <p:nvPr userDrawn="1"/>
        </p:nvCxnSpPr>
        <p:spPr>
          <a:xfrm>
            <a:off x="-41096" y="954729"/>
            <a:ext cx="1228789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3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D1150-48B7-52EE-A9A5-573E91E5E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N Body Project</a:t>
            </a:r>
            <a:br>
              <a:rPr lang="de-DE" dirty="0"/>
            </a:br>
            <a:r>
              <a:rPr lang="de-DE" dirty="0" err="1"/>
              <a:t>Particle</a:t>
            </a:r>
            <a:r>
              <a:rPr lang="de-DE" dirty="0"/>
              <a:t> Mesh Solver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2E7C24-E8EE-7E3D-C085-FA60320C2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Diego Söldi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71822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D979C-18B1-0D80-0CF3-40144C16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 1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2EC6A-5DCF-8F31-5FBA-2373BE4BD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particle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Hernquist</a:t>
            </a:r>
            <a:r>
              <a:rPr lang="de-DE" dirty="0"/>
              <a:t> </a:t>
            </a:r>
            <a:r>
              <a:rPr lang="de-DE" dirty="0" err="1"/>
              <a:t>profile</a:t>
            </a:r>
            <a:endParaRPr lang="de-DE" dirty="0"/>
          </a:p>
          <a:p>
            <a:r>
              <a:rPr lang="de-DE" dirty="0"/>
              <a:t>Unit </a:t>
            </a:r>
            <a:r>
              <a:rPr lang="de-DE" dirty="0" err="1"/>
              <a:t>systems</a:t>
            </a:r>
            <a:endParaRPr lang="de-CH" dirty="0"/>
          </a:p>
          <a:p>
            <a:r>
              <a:rPr lang="de-CH" dirty="0"/>
              <a:t>Brute Force </a:t>
            </a:r>
            <a:r>
              <a:rPr lang="de-CH" dirty="0" err="1"/>
              <a:t>calculation</a:t>
            </a:r>
            <a:r>
              <a:rPr lang="de-CH" dirty="0"/>
              <a:t> </a:t>
            </a:r>
            <a:r>
              <a:rPr lang="de-CH" dirty="0" err="1"/>
              <a:t>comparison</a:t>
            </a:r>
            <a:endParaRPr lang="de-CH" dirty="0"/>
          </a:p>
          <a:p>
            <a:r>
              <a:rPr lang="de-CH" dirty="0"/>
              <a:t>Relaxation </a:t>
            </a:r>
            <a:r>
              <a:rPr lang="de-CH" dirty="0" err="1"/>
              <a:t>timescale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18BD5B-DF9B-9353-F72C-55C152A3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76AA50-C019-F3C2-5EC0-43BF8D25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1972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03E5DC-2AF6-6DE0-E527-428B98CE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 2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FACC79-191B-119D-4036-802924DB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Particle</a:t>
            </a:r>
            <a:r>
              <a:rPr lang="de-DE" dirty="0"/>
              <a:t> Mesh code</a:t>
            </a:r>
          </a:p>
          <a:p>
            <a:r>
              <a:rPr lang="de-CH" dirty="0"/>
              <a:t>Time </a:t>
            </a:r>
            <a:r>
              <a:rPr lang="de-CH" dirty="0" err="1"/>
              <a:t>integration</a:t>
            </a:r>
            <a:endParaRPr lang="de-CH" dirty="0"/>
          </a:p>
          <a:p>
            <a:r>
              <a:rPr lang="de-CH" dirty="0"/>
              <a:t>Different </a:t>
            </a:r>
            <a:r>
              <a:rPr lang="de-CH" dirty="0" err="1"/>
              <a:t>checks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BE411E-D419-4E97-12DF-4FCD4621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7FF82-EED6-F32D-27A8-F1360C95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810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FAB5C2-9EA0-57CF-E008-96D3DD9C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Different </a:t>
            </a:r>
            <a:r>
              <a:rPr lang="de-DE" dirty="0" err="1"/>
              <a:t>checks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7823D2-3908-D78B-6BB3-9323BB88A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Density </a:t>
            </a:r>
            <a:r>
              <a:rPr lang="de-DE" dirty="0" err="1"/>
              <a:t>distribution</a:t>
            </a:r>
            <a:r>
              <a:rPr lang="de-DE" dirty="0"/>
              <a:t> check</a:t>
            </a:r>
          </a:p>
          <a:p>
            <a:r>
              <a:rPr lang="de-CH" dirty="0"/>
              <a:t>Constant </a:t>
            </a:r>
            <a:r>
              <a:rPr lang="de-CH" dirty="0" err="1"/>
              <a:t>energy</a:t>
            </a:r>
            <a:endParaRPr lang="de-CH" dirty="0"/>
          </a:p>
          <a:p>
            <a:r>
              <a:rPr lang="de-CH" dirty="0"/>
              <a:t>Constant </a:t>
            </a:r>
            <a:r>
              <a:rPr lang="de-CH" dirty="0" err="1"/>
              <a:t>velocity</a:t>
            </a:r>
            <a:r>
              <a:rPr lang="de-CH" dirty="0"/>
              <a:t> (</a:t>
            </a:r>
            <a:r>
              <a:rPr lang="de-CH" dirty="0" err="1"/>
              <a:t>probably</a:t>
            </a:r>
            <a:r>
              <a:rPr lang="de-CH" dirty="0"/>
              <a:t> </a:t>
            </a:r>
            <a:r>
              <a:rPr lang="de-CH" dirty="0" err="1"/>
              <a:t>already</a:t>
            </a:r>
            <a:r>
              <a:rPr lang="de-CH" dirty="0"/>
              <a:t> </a:t>
            </a:r>
            <a:r>
              <a:rPr lang="de-CH" dirty="0" err="1"/>
              <a:t>constant</a:t>
            </a:r>
            <a:r>
              <a:rPr lang="de-CH" dirty="0"/>
              <a:t>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kinetic</a:t>
            </a:r>
            <a:r>
              <a:rPr lang="de-CH" dirty="0"/>
              <a:t> </a:t>
            </a:r>
            <a:r>
              <a:rPr lang="de-CH" dirty="0" err="1"/>
              <a:t>energy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/>
              <a:t>constant)</a:t>
            </a:r>
            <a:endParaRPr lang="de-CH" dirty="0"/>
          </a:p>
          <a:p>
            <a:r>
              <a:rPr lang="de-CH" dirty="0"/>
              <a:t>Constant mass</a:t>
            </a:r>
          </a:p>
          <a:p>
            <a:r>
              <a:rPr lang="de-CH" dirty="0"/>
              <a:t>????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CB85A3-9DF4-E604-790F-BA6AD7BD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Diego Söldi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86CCC3-F351-386F-1BD9-2EFD7F4C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B373-AB7F-4F57-AEBA-BF7EB707F53C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485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Breitbild</PresentationFormat>
  <Paragraphs>23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N Body Project Particle Mesh Solver</vt:lpstr>
      <vt:lpstr>Task 1</vt:lpstr>
      <vt:lpstr>Task 2</vt:lpstr>
      <vt:lpstr>Different checks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Söldi</dc:creator>
  <cp:lastModifiedBy>Diego Söldi</cp:lastModifiedBy>
  <cp:revision>1</cp:revision>
  <dcterms:created xsi:type="dcterms:W3CDTF">2025-11-16T13:48:23Z</dcterms:created>
  <dcterms:modified xsi:type="dcterms:W3CDTF">2026-01-25T15:36:40Z</dcterms:modified>
</cp:coreProperties>
</file>